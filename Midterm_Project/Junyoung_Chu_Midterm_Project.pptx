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63" r:id="rId6"/>
    <p:sldId id="259" r:id="rId7"/>
    <p:sldId id="260" r:id="rId8"/>
    <p:sldId id="264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>
        <p:scale>
          <a:sx n="66" d="100"/>
          <a:sy n="66" d="100"/>
        </p:scale>
        <p:origin x="32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0B7E9C-26C3-4BEB-8B76-3F3DA8E115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0B63BF6-8A45-4FC9-91D0-C2DC6A75E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4A9091-6D6F-411B-86B4-1E663381A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DFE09-F04F-43E1-9F88-44397293FFA0}" type="datetimeFigureOut">
              <a:rPr lang="ko-KR" altLang="en-US" smtClean="0"/>
              <a:t>2026-03-12 (Thu)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C6843F-84BF-46A7-BF71-63CA97699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21B7F4-0B2A-4E3D-BA62-3225B8959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5CFE-D0E2-4948-B297-17133216BD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2991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C893F-F850-4C20-9098-96A128815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D939AE-9A53-44BD-B0E1-ACBCA4A25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5CE795-F722-4157-8328-0170258B8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DFE09-F04F-43E1-9F88-44397293FFA0}" type="datetimeFigureOut">
              <a:rPr lang="ko-KR" altLang="en-US" smtClean="0"/>
              <a:t>2026-03-12 (Thu)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9A4CAC-2E9C-4E85-8A15-E0CDDACA2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BEFB8B-98CE-4B4C-AFE5-2623051DC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5CFE-D0E2-4948-B297-17133216BD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8908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F89E59-9313-4EA1-A640-9FC1FFAA7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60C4E9-E22E-4657-8B7D-5F74DB36A0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AA40E2-50EA-4098-A464-1FD33CAB4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DFE09-F04F-43E1-9F88-44397293FFA0}" type="datetimeFigureOut">
              <a:rPr lang="ko-KR" altLang="en-US" smtClean="0"/>
              <a:t>2026-03-12 (Thu)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54422-C70C-4C99-9982-376E1F06D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405744-5B59-4B09-AF2F-FE910B034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5CFE-D0E2-4948-B297-17133216BD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956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61DE9F-3273-4F84-B02C-379553B54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9F80C6-2487-4B2F-9EB8-AFD28534AA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CA58644-833E-486E-86FE-9043A81530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EAA52F-8F74-4B6D-9BB6-9B5237850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DFE09-F04F-43E1-9F88-44397293FFA0}" type="datetimeFigureOut">
              <a:rPr lang="ko-KR" altLang="en-US" smtClean="0"/>
              <a:t>2026-03-12 (Thu)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7D8107A-C8EC-4623-A47F-C3CD2052B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2F72531-3187-4BD5-8B42-6E26B3C31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5CFE-D0E2-4948-B297-17133216BD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3561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DD355-57DE-4965-8A65-0EDA1EB73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2C221C-8798-4090-A006-D4B7FCF61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CF8C1E1-297B-4BDA-8849-6991C2AFAE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B02A90B-4537-47B6-8B75-46851DB3B4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448694E-2B5D-4706-99FE-C6AE55C2EF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7E2EA55-4F16-4EEF-9E0F-9DFCE6EFD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DFE09-F04F-43E1-9F88-44397293FFA0}" type="datetimeFigureOut">
              <a:rPr lang="ko-KR" altLang="en-US" smtClean="0"/>
              <a:t>2026-03-12 (Thu)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EC09A72-B786-464D-A694-D0B51F2AA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6A56666-EECA-4362-BC7F-02BFC8EBB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5CFE-D0E2-4948-B297-17133216BD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189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E382F0-33DE-4B87-A057-4808A287F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DCF23BB-25BE-4B8D-920C-66072B24D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DFE09-F04F-43E1-9F88-44397293FFA0}" type="datetimeFigureOut">
              <a:rPr lang="ko-KR" altLang="en-US" smtClean="0"/>
              <a:t>2026-03-12 (Thu)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1B47321-770C-47B4-98A4-E15904DBC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AC9E30B-3BC8-456A-96CA-2BECEF39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5CFE-D0E2-4948-B297-17133216BD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0883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C69B559-D550-4F54-BC20-7CB4FB11A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DFE09-F04F-43E1-9F88-44397293FFA0}" type="datetimeFigureOut">
              <a:rPr lang="ko-KR" altLang="en-US" smtClean="0"/>
              <a:t>2026-03-12 (Thu)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195D0F5-546F-4BEF-BE32-ECB8EEEF1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49A218-50C7-42CA-9C9A-64FD3E403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5CFE-D0E2-4948-B297-17133216BD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3154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56D4D3-0357-47EA-9752-E75F3ED7E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64F567-38A2-462F-A96B-438BC0DAC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3F935D-EA13-49C6-9692-66F15DC572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84C48D8-0F9C-40F8-A621-534E834D0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DFE09-F04F-43E1-9F88-44397293FFA0}" type="datetimeFigureOut">
              <a:rPr lang="ko-KR" altLang="en-US" smtClean="0"/>
              <a:t>2026-03-12 (Thu)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C7AE2A-3714-432B-9607-0736DF0C2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6DDC39-B00A-4FE6-B5BF-08F386C5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5CFE-D0E2-4948-B297-17133216BD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9228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0A66C-AEED-4A98-8850-A1C9456CD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EFD219B-C3C3-484E-8FD9-3BFC64E7B9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F9D8427-6667-4A6A-BBC4-928235716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28F6A63-56B9-4AD1-9F92-2C0634BC6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DFE09-F04F-43E1-9F88-44397293FFA0}" type="datetimeFigureOut">
              <a:rPr lang="ko-KR" altLang="en-US" smtClean="0"/>
              <a:t>2026-03-12 (Thu)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E3BC472-E9CC-4279-981C-5FEEC050D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C6A2533-1216-42C4-A6DB-D765A80AE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5CFE-D0E2-4948-B297-17133216BD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0124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5B9B01-2AB5-48E5-8487-8756F08BB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37EDAB-0A51-4F6B-9B8B-B8CD659813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58603C-E039-42CE-875E-82C4AB03D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DFE09-F04F-43E1-9F88-44397293FFA0}" type="datetimeFigureOut">
              <a:rPr lang="ko-KR" altLang="en-US" smtClean="0"/>
              <a:t>2026-03-12 (Thu)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7B7AB2-9B52-4FDD-940B-ACE2FF0B4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98C525-358C-4520-948C-BF0D9738E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5CFE-D0E2-4948-B297-17133216BD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981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446DE5A-CC21-4BF6-93C9-821D2FB321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A00AD0D-E1E5-41A6-AA45-B46FD79D1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C05936-11DE-4503-84E6-40F6D6D48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DFE09-F04F-43E1-9F88-44397293FFA0}" type="datetimeFigureOut">
              <a:rPr lang="ko-KR" altLang="en-US" smtClean="0"/>
              <a:t>2026-03-12 (Thu)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F2D0A3-F3B5-424E-9DB1-98FB3B990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3B40E2-EBB4-4537-B7B6-C678EA61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5CFE-D0E2-4948-B297-17133216BD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4929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C7B82BD-8354-4DF8-A4CD-EB5CC29D6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A13C90-E4D7-4AAD-8CFA-A74B18E4A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468B5C-63D2-4ADA-8936-95F8BEFB7E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7DFE09-F04F-43E1-9F88-44397293FFA0}" type="datetimeFigureOut">
              <a:rPr lang="ko-KR" altLang="en-US" smtClean="0"/>
              <a:t>2026-03-12 (Thu)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5F35EC-FA3B-4D90-BBCE-6667D6B16F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320655-752D-4174-A956-61DCF210B1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905CFE-D0E2-4948-B297-17133216BD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8085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B3837D-0B5F-4C3B-ABE4-A46960AFB9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48932"/>
            <a:ext cx="9144000" cy="23876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6600" dirty="0">
                <a:solidFill>
                  <a:schemeClr val="bg1"/>
                </a:solidFill>
                <a:latin typeface="Georgia" panose="02040502050405020303" pitchFamily="18" charset="0"/>
              </a:rPr>
              <a:t>Finance Daily</a:t>
            </a:r>
            <a:endParaRPr lang="ko-KR" altLang="en-US" sz="6600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2E2BCF5-AD9C-4E1C-BBAC-3AF2F9BFF5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97339"/>
            <a:ext cx="9144000" cy="552236"/>
          </a:xfrm>
        </p:spPr>
        <p:txBody>
          <a:bodyPr/>
          <a:lstStyle/>
          <a:p>
            <a:r>
              <a:rPr lang="en-US" altLang="ko-KR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Junyoung</a:t>
            </a:r>
            <a:r>
              <a:rPr lang="en-US" altLang="ko-KR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 Chu</a:t>
            </a:r>
            <a:endParaRPr lang="ko-KR" altLang="en-US" dirty="0">
              <a:solidFill>
                <a:schemeClr val="bg1"/>
              </a:solidFill>
              <a:latin typeface="Georgia" panose="020405020504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1C3BCFE-31CF-4A7F-A4CB-371E5804AB7F}"/>
              </a:ext>
            </a:extLst>
          </p:cNvPr>
          <p:cNvSpPr/>
          <p:nvPr/>
        </p:nvSpPr>
        <p:spPr>
          <a:xfrm>
            <a:off x="4056820" y="3395608"/>
            <a:ext cx="407836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Georgia" panose="02040502050405020303" pitchFamily="18" charset="0"/>
              </a:rPr>
              <a:t>- Minimal financial news website -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607088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A91147-7CB8-4241-A55A-8360F1AA5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Georgia" panose="02040502050405020303" pitchFamily="18" charset="0"/>
              </a:rPr>
              <a:t>Concept / Theme</a:t>
            </a:r>
            <a:endParaRPr lang="ko-KR" altLang="en-US" dirty="0">
              <a:latin typeface="Georgia" panose="02040502050405020303" pitchFamily="18" charset="0"/>
            </a:endParaRP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042A8CFB-B449-4A2A-8B03-00DDB497A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ko-KR" dirty="0">
                <a:latin typeface="Georgia" panose="02040502050405020303" pitchFamily="18" charset="0"/>
              </a:rPr>
              <a:t>A minimal news website where users can quickly find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altLang="ko-KR" dirty="0">
                <a:latin typeface="Georgia" panose="02040502050405020303" pitchFamily="18" charset="0"/>
              </a:rPr>
              <a:t>key indicators and articles.</a:t>
            </a:r>
          </a:p>
          <a:p>
            <a:pPr algn="ctr">
              <a:lnSpc>
                <a:spcPct val="150000"/>
              </a:lnSpc>
            </a:pPr>
            <a:endParaRPr lang="ko-KR" altLang="en-US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9418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A31EA6-4D93-493B-AC18-7ECEC43B3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Georgia" panose="02040502050405020303" pitchFamily="18" charset="0"/>
              </a:rPr>
              <a:t>Site Demo (Home)</a:t>
            </a:r>
            <a:endParaRPr lang="ko-KR" altLang="en-US" dirty="0">
              <a:latin typeface="Georgia" panose="02040502050405020303" pitchFamily="18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04FF656-E0DD-4BC7-BEBD-A537BBB69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760" y="1690688"/>
            <a:ext cx="2624002" cy="497179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5A1C658-5E30-4810-98DA-5E2684272B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1814" y="1764640"/>
            <a:ext cx="2624003" cy="489784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B17CB20-0555-4C9D-9FA4-8A0DE64DF65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384"/>
          <a:stretch/>
        </p:blipFill>
        <p:spPr>
          <a:xfrm>
            <a:off x="8612866" y="1603819"/>
            <a:ext cx="2176556" cy="5145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809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A31EA6-4D93-493B-AC18-7ECEC43B3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Georgia" panose="02040502050405020303" pitchFamily="18" charset="0"/>
              </a:rPr>
              <a:t>Site Demo (Categories)</a:t>
            </a:r>
            <a:endParaRPr lang="ko-KR" altLang="en-US" dirty="0">
              <a:latin typeface="Georgia" panose="02040502050405020303" pitchFamily="18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0C8F3B7-106E-4510-8158-ACB005638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77524"/>
            <a:ext cx="3020298" cy="423267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C17F904-C906-4670-9188-3AB14EC6B5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2461" y="2123296"/>
            <a:ext cx="3202416" cy="420624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5BC8B36-D12D-4A39-8A01-041823787CC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608"/>
          <a:stretch/>
        </p:blipFill>
        <p:spPr>
          <a:xfrm>
            <a:off x="9268840" y="2018740"/>
            <a:ext cx="1526803" cy="4415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980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A31EA6-4D93-493B-AC18-7ECEC43B3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Georgia" panose="02040502050405020303" pitchFamily="18" charset="0"/>
              </a:rPr>
              <a:t>Site Demo (Article)</a:t>
            </a:r>
            <a:endParaRPr lang="ko-KR" altLang="en-US" dirty="0">
              <a:latin typeface="Georgia" panose="02040502050405020303" pitchFamily="18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D5FAD3C-DE21-42B1-8AF0-8C6A93762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166" y="1630317"/>
            <a:ext cx="1954520" cy="497179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156A9E2-F484-4EA8-9D11-8D95B448BD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4780" y="1630317"/>
            <a:ext cx="1862440" cy="497179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6C1236E-5D73-437C-AFA7-5545E5572A9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764"/>
          <a:stretch/>
        </p:blipFill>
        <p:spPr>
          <a:xfrm>
            <a:off x="9036936" y="1630836"/>
            <a:ext cx="1055330" cy="497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227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A31EA6-4D93-493B-AC18-7ECEC43B3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Georgia" panose="02040502050405020303" pitchFamily="18" charset="0"/>
              </a:rPr>
              <a:t>Code Snippet (Ticker Bar Animation)</a:t>
            </a:r>
            <a:endParaRPr lang="ko-KR" altLang="en-US" dirty="0">
              <a:latin typeface="Georgia" panose="02040502050405020303" pitchFamily="18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30D7CAB-5ABE-4A54-81FC-DDEF5DCAA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33" y="1867302"/>
            <a:ext cx="5129572" cy="431060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08DCE72-8590-402E-9538-C3259BCF8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807" y="3868145"/>
            <a:ext cx="4544673" cy="230976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FD6B36E-A25A-4E55-82F0-21F7313C3C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7807" y="2097239"/>
            <a:ext cx="5442260" cy="136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587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A31EA6-4D93-493B-AC18-7ECEC43B3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Georgia" panose="02040502050405020303" pitchFamily="18" charset="0"/>
              </a:rPr>
              <a:t>Next Steps</a:t>
            </a:r>
            <a:endParaRPr lang="ko-KR" altLang="en-US" dirty="0">
              <a:latin typeface="Georgia" panose="02040502050405020303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96521E-66E1-4EF2-8C2C-2065DC0D4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Georgia" panose="02040502050405020303" pitchFamily="18" charset="0"/>
              </a:rPr>
              <a:t>Fetching tickers data in real-time via API.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Georgia" panose="02040502050405020303" pitchFamily="18" charset="0"/>
              </a:rPr>
              <a:t>Fetching article content and images from the database.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Georgia" panose="02040502050405020303" pitchFamily="18" charset="0"/>
              </a:rPr>
              <a:t>Implementing a Most Read feature based on the number of times I've read an article.</a:t>
            </a:r>
          </a:p>
        </p:txBody>
      </p:sp>
    </p:spTree>
    <p:extLst>
      <p:ext uri="{BB962C8B-B14F-4D97-AF65-F5344CB8AC3E}">
        <p14:creationId xmlns:p14="http://schemas.microsoft.com/office/powerpoint/2010/main" val="2605792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B3837D-0B5F-4C3B-ABE4-A46960AFB9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/>
          <a:p>
            <a:r>
              <a:rPr lang="en-US" altLang="ko-KR" sz="6600" dirty="0">
                <a:solidFill>
                  <a:schemeClr val="bg1"/>
                </a:solidFill>
                <a:latin typeface="Georgia" panose="02040502050405020303" pitchFamily="18" charset="0"/>
              </a:rPr>
              <a:t>Thank You</a:t>
            </a:r>
            <a:endParaRPr lang="ko-KR" altLang="en-US" sz="6600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860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</TotalTime>
  <Words>86</Words>
  <Application>Microsoft Office PowerPoint</Application>
  <PresentationFormat>와이드스크린</PresentationFormat>
  <Paragraphs>15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맑은 고딕</vt:lpstr>
      <vt:lpstr>Arial</vt:lpstr>
      <vt:lpstr>Georgia</vt:lpstr>
      <vt:lpstr>Times New Roman</vt:lpstr>
      <vt:lpstr>Office 테마</vt:lpstr>
      <vt:lpstr>Finance Daily</vt:lpstr>
      <vt:lpstr>Concept / Theme</vt:lpstr>
      <vt:lpstr>Site Demo (Home)</vt:lpstr>
      <vt:lpstr>Site Demo (Categories)</vt:lpstr>
      <vt:lpstr>Site Demo (Article)</vt:lpstr>
      <vt:lpstr>Code Snippet (Ticker Bar Animation)</vt:lpstr>
      <vt:lpstr>Next Steps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Finance Daily</dc:title>
  <dc:creator>Y J</dc:creator>
  <cp:lastModifiedBy>Y J</cp:lastModifiedBy>
  <cp:revision>10</cp:revision>
  <dcterms:created xsi:type="dcterms:W3CDTF">2026-03-11T19:16:04Z</dcterms:created>
  <dcterms:modified xsi:type="dcterms:W3CDTF">2026-03-12T04:58:38Z</dcterms:modified>
</cp:coreProperties>
</file>