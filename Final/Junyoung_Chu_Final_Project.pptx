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6" r:id="rId3"/>
    <p:sldId id="260" r:id="rId4"/>
    <p:sldId id="272" r:id="rId5"/>
    <p:sldId id="270" r:id="rId6"/>
    <p:sldId id="269" r:id="rId7"/>
    <p:sldId id="265" r:id="rId8"/>
    <p:sldId id="271" r:id="rId9"/>
    <p:sldId id="264" r:id="rId10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0000" autoAdjust="0"/>
    <p:restoredTop sz="94660"/>
  </p:normalViewPr>
  <p:slideViewPr>
    <p:cSldViewPr snapToGrid="0">
      <p:cViewPr varScale="1">
        <p:scale>
          <a:sx n="101" d="100"/>
          <a:sy n="101" d="100"/>
        </p:scale>
        <p:origin x="100" y="2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50B7E9C-26C3-4BEB-8B76-3F3DA8E115D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E0B63BF6-8A45-4FC9-91D0-C2DC6A75EAE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B4A9091-6D6F-411B-86B4-1E663381AA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7DFE09-F04F-43E1-9F88-44397293FFA0}" type="datetimeFigureOut">
              <a:rPr lang="ko-KR" altLang="en-US" smtClean="0"/>
              <a:t>2026-04-30 (Thu)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9C6843F-84BF-46A7-BF71-63CA97699C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B21B7F4-0B2A-4E3D-BA62-3225B8959F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905CFE-D0E2-4948-B297-17133216BDC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9299122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BFC893F-F850-4C20-9098-96A1288157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9D939AE-9A53-44BD-B0E1-ACBCA4A259E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75CE795-F722-4157-8328-0170258B84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7DFE09-F04F-43E1-9F88-44397293FFA0}" type="datetimeFigureOut">
              <a:rPr lang="ko-KR" altLang="en-US" smtClean="0"/>
              <a:t>2026-04-30 (Thu)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A9A4CAC-2E9C-4E85-8A15-E0CDDACA2D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FBEFB8B-98CE-4B4C-AFE5-2623051DC4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905CFE-D0E2-4948-B297-17133216BDC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2890851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5F89E59-9313-4EA1-A640-9FC1FFAA79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A560C4E9-E22E-4657-8B7D-5F74DB36A06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3AA40E2-50EA-4098-A464-1FD33CAB43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7DFE09-F04F-43E1-9F88-44397293FFA0}" type="datetimeFigureOut">
              <a:rPr lang="ko-KR" altLang="en-US" smtClean="0"/>
              <a:t>2026-04-30 (Thu)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D254422-C70C-4C99-9982-376E1F06DC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5405744-5B59-4B09-AF2F-FE910B034C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905CFE-D0E2-4948-B297-17133216BDC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395633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E61DE9F-3273-4F84-B02C-379553B546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29F80C6-2487-4B2F-9EB8-AFD28534AA3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0CA58644-833E-486E-86FE-9043A81530D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A7EAA52F-8F74-4B6D-9BB6-9B5237850E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7DFE09-F04F-43E1-9F88-44397293FFA0}" type="datetimeFigureOut">
              <a:rPr lang="ko-KR" altLang="en-US" smtClean="0"/>
              <a:t>2026-04-30 (Thu)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37D8107A-C8EC-4623-A47F-C3CD2052BC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52F72531-3187-4BD5-8B42-6E26B3C319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905CFE-D0E2-4948-B297-17133216BDC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2356147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4CDD355-57DE-4965-8A65-0EDA1EB731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E22C221C-8798-4090-A006-D4B7FCF6181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2CF8C1E1-297B-4BDA-8849-6991C2AFAE6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CB02A90B-4537-47B6-8B75-46851DB3B4E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5448694E-2B5D-4706-99FE-C6AE55C2EF1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37E2EA55-4F16-4EEF-9E0F-9DFCE6EFD5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7DFE09-F04F-43E1-9F88-44397293FFA0}" type="datetimeFigureOut">
              <a:rPr lang="ko-KR" altLang="en-US" smtClean="0"/>
              <a:t>2026-04-30 (Thu)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6EC09A72-B786-464D-A694-D0B51F2AAB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C6A56666-EECA-4362-BC7F-02BFC8EBBE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905CFE-D0E2-4948-B297-17133216BDC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418965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5E382F0-33DE-4B87-A057-4808A287F3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FDCF23BB-25BE-4B8D-920C-66072B24D0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7DFE09-F04F-43E1-9F88-44397293FFA0}" type="datetimeFigureOut">
              <a:rPr lang="ko-KR" altLang="en-US" smtClean="0"/>
              <a:t>2026-04-30 (Thu)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A1B47321-770C-47B4-98A4-E15904DBC6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5AC9E30B-3BC8-456A-96CA-2BECEF3985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905CFE-D0E2-4948-B297-17133216BDC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7088361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6C69B559-D550-4F54-BC20-7CB4FB11AD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7DFE09-F04F-43E1-9F88-44397293FFA0}" type="datetimeFigureOut">
              <a:rPr lang="ko-KR" altLang="en-US" smtClean="0"/>
              <a:t>2026-04-30 (Thu)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E195D0F5-546F-4BEF-BE32-ECB8EEEF18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D49A218-50C7-42CA-9C9A-64FD3E4034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905CFE-D0E2-4948-B297-17133216BDC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6315425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F56D4D3-0357-47EA-9752-E75F3ED7E7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C64F567-38A2-462F-A96B-438BC0DACFE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F33F935D-EA13-49C6-9692-66F15DC5723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884C48D8-0F9C-40F8-A621-534E834D0B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7DFE09-F04F-43E1-9F88-44397293FFA0}" type="datetimeFigureOut">
              <a:rPr lang="ko-KR" altLang="en-US" smtClean="0"/>
              <a:t>2026-04-30 (Thu)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21C7AE2A-3714-432B-9607-0736DF0C2A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3E6DDC39-B00A-4FE6-B5BF-08F386C5BB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905CFE-D0E2-4948-B297-17133216BDC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3922860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340A66C-AEED-4A98-8850-A1C9456CD1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5EFD219B-C3C3-484E-8FD9-3BFC64E7B9B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2F9D8427-6667-4A6A-BBC4-92823571679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128F6A63-56B9-4AD1-9F92-2C0634BC6A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7DFE09-F04F-43E1-9F88-44397293FFA0}" type="datetimeFigureOut">
              <a:rPr lang="ko-KR" altLang="en-US" smtClean="0"/>
              <a:t>2026-04-30 (Thu)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9E3BC472-E9CC-4279-981C-5FEEC050D3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DC6A2533-1216-42C4-A6DB-D765A80AE0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905CFE-D0E2-4948-B297-17133216BDC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4012436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E5B9B01-2AB5-48E5-8487-8756F08BB6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8A37EDAB-0A51-4F6B-9B8B-B8CD659813F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758603C-E039-42CE-875E-82C4AB03D0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7DFE09-F04F-43E1-9F88-44397293FFA0}" type="datetimeFigureOut">
              <a:rPr lang="ko-KR" altLang="en-US" smtClean="0"/>
              <a:t>2026-04-30 (Thu)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C7B7AB2-9B52-4FDD-940B-ACE2FF0B4C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598C525-358C-4520-948C-BF0D9738E2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905CFE-D0E2-4948-B297-17133216BDC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9798127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1446DE5A-CC21-4BF6-93C9-821D2FB321E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1A00AD0D-E1E5-41A6-AA45-B46FD79D17C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3C05936-11DE-4503-84E6-40F6D6D489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7DFE09-F04F-43E1-9F88-44397293FFA0}" type="datetimeFigureOut">
              <a:rPr lang="ko-KR" altLang="en-US" smtClean="0"/>
              <a:t>2026-04-30 (Thu)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7F2D0A3-F3B5-424E-9DB1-98FB3B990C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B3B40E2-EBB4-4537-B7B6-C678EA616C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905CFE-D0E2-4948-B297-17133216BDC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5492990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FC7B82BD-8354-4DF8-A4CD-EB5CC29D67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09A13C90-E4D7-4AAD-8CFA-A74B18E4AF8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3468B5C-63D2-4ADA-8936-95F8BEFB7E0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87DFE09-F04F-43E1-9F88-44397293FFA0}" type="datetimeFigureOut">
              <a:rPr lang="ko-KR" altLang="en-US" smtClean="0"/>
              <a:t>2026-04-30 (Thu)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45F35EC-FA3B-4D90-BBCE-6667D6B16FC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0320655-752D-4174-A956-61DCF210B1E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C905CFE-D0E2-4948-B297-17133216BDC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480854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75000"/>
            <a:lumOff val="2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8B3837D-0B5F-4C3B-ABE4-A46960AFB9A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948932"/>
            <a:ext cx="9144000" cy="2387600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en-US" altLang="ko-KR" sz="6600" dirty="0">
                <a:solidFill>
                  <a:schemeClr val="bg1"/>
                </a:solidFill>
                <a:latin typeface="Georgia" panose="02040502050405020303" pitchFamily="18" charset="0"/>
              </a:rPr>
              <a:t>Finance Daily</a:t>
            </a:r>
            <a:endParaRPr lang="ko-KR" altLang="en-US" sz="6600" dirty="0">
              <a:solidFill>
                <a:schemeClr val="bg1"/>
              </a:solidFill>
              <a:latin typeface="Georgia" panose="02040502050405020303" pitchFamily="18" charset="0"/>
            </a:endParaRP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12E2BCF5-AD9C-4E1C-BBAC-3AF2F9BFF5B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397339"/>
            <a:ext cx="9144000" cy="552236"/>
          </a:xfrm>
        </p:spPr>
        <p:txBody>
          <a:bodyPr/>
          <a:lstStyle/>
          <a:p>
            <a:r>
              <a:rPr lang="en-US" altLang="ko-KR" dirty="0" err="1">
                <a:solidFill>
                  <a:schemeClr val="bg1"/>
                </a:solidFill>
                <a:latin typeface="Georgia" panose="02040502050405020303" pitchFamily="18" charset="0"/>
                <a:cs typeface="Times New Roman" panose="02020603050405020304" pitchFamily="18" charset="0"/>
              </a:rPr>
              <a:t>Junyoung</a:t>
            </a:r>
            <a:r>
              <a:rPr lang="en-US" altLang="ko-KR" dirty="0">
                <a:solidFill>
                  <a:schemeClr val="bg1"/>
                </a:solidFill>
                <a:latin typeface="Georgia" panose="02040502050405020303" pitchFamily="18" charset="0"/>
                <a:cs typeface="Times New Roman" panose="02020603050405020304" pitchFamily="18" charset="0"/>
              </a:rPr>
              <a:t> Chu</a:t>
            </a:r>
            <a:endParaRPr lang="ko-KR" altLang="en-US" dirty="0">
              <a:solidFill>
                <a:schemeClr val="bg1"/>
              </a:solidFill>
              <a:latin typeface="Georgia" panose="02040502050405020303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E1C3BCFE-31CF-4A7F-A4CB-371E5804AB7F}"/>
              </a:ext>
            </a:extLst>
          </p:cNvPr>
          <p:cNvSpPr/>
          <p:nvPr/>
        </p:nvSpPr>
        <p:spPr>
          <a:xfrm>
            <a:off x="4056820" y="3395608"/>
            <a:ext cx="4078360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ko-KR" sz="2000" dirty="0">
                <a:solidFill>
                  <a:schemeClr val="bg1"/>
                </a:solidFill>
                <a:latin typeface="Georgia" panose="02040502050405020303" pitchFamily="18" charset="0"/>
              </a:rPr>
              <a:t>- Minimal financial news website -</a:t>
            </a:r>
            <a:endParaRPr lang="ko-KR" altLang="en-US" sz="2000" dirty="0"/>
          </a:p>
        </p:txBody>
      </p:sp>
    </p:spTree>
    <p:extLst>
      <p:ext uri="{BB962C8B-B14F-4D97-AF65-F5344CB8AC3E}">
        <p14:creationId xmlns:p14="http://schemas.microsoft.com/office/powerpoint/2010/main" val="360708823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2A91147-7CB8-4241-A55A-8360F1AA54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latin typeface="Georgia" panose="02040502050405020303" pitchFamily="18" charset="0"/>
              </a:rPr>
              <a:t>What</a:t>
            </a:r>
            <a:r>
              <a:rPr lang="ko-KR" altLang="en-US" dirty="0">
                <a:latin typeface="Georgia" panose="02040502050405020303" pitchFamily="18" charset="0"/>
              </a:rPr>
              <a:t> </a:t>
            </a:r>
            <a:r>
              <a:rPr lang="en-US" altLang="ko-KR" dirty="0">
                <a:latin typeface="Georgia" panose="02040502050405020303" pitchFamily="18" charset="0"/>
              </a:rPr>
              <a:t>I</a:t>
            </a:r>
            <a:r>
              <a:rPr lang="ko-KR" altLang="en-US" dirty="0">
                <a:latin typeface="Georgia" panose="02040502050405020303" pitchFamily="18" charset="0"/>
              </a:rPr>
              <a:t> </a:t>
            </a:r>
            <a:r>
              <a:rPr lang="en-US" altLang="ko-KR" dirty="0">
                <a:latin typeface="Georgia" panose="02040502050405020303" pitchFamily="18" charset="0"/>
              </a:rPr>
              <a:t>Built</a:t>
            </a:r>
            <a:endParaRPr lang="ko-KR" altLang="en-US" dirty="0">
              <a:latin typeface="Georgia" panose="02040502050405020303" pitchFamily="18" charset="0"/>
            </a:endParaRPr>
          </a:p>
        </p:txBody>
      </p:sp>
      <p:sp>
        <p:nvSpPr>
          <p:cNvPr id="7" name="내용 개체 틀 2">
            <a:extLst>
              <a:ext uri="{FF2B5EF4-FFF2-40B4-BE49-F238E27FC236}">
                <a16:creationId xmlns:a16="http://schemas.microsoft.com/office/drawing/2014/main" id="{0802313A-5182-4D78-B898-30F3F35288D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945443"/>
            <a:ext cx="5322964" cy="4351338"/>
          </a:xfrm>
        </p:spPr>
        <p:txBody>
          <a:bodyPr anchor="ctr">
            <a:normAutofit/>
          </a:bodyPr>
          <a:lstStyle/>
          <a:p>
            <a:pPr>
              <a:lnSpc>
                <a:spcPct val="150000"/>
              </a:lnSpc>
            </a:pPr>
            <a:r>
              <a:rPr lang="en-US" altLang="ko-KR" dirty="0">
                <a:latin typeface="Georgia" panose="02040502050405020303" pitchFamily="18" charset="0"/>
              </a:rPr>
              <a:t>Home / Category / Article</a:t>
            </a:r>
          </a:p>
          <a:p>
            <a:pPr>
              <a:lnSpc>
                <a:spcPct val="150000"/>
              </a:lnSpc>
            </a:pPr>
            <a:r>
              <a:rPr lang="en-US" altLang="ko-KR" dirty="0">
                <a:latin typeface="Georgia" panose="02040502050405020303" pitchFamily="18" charset="0"/>
              </a:rPr>
              <a:t>Responsive Layout</a:t>
            </a:r>
          </a:p>
          <a:p>
            <a:pPr>
              <a:lnSpc>
                <a:spcPct val="150000"/>
              </a:lnSpc>
            </a:pPr>
            <a:r>
              <a:rPr lang="en-US" altLang="ko-KR" dirty="0">
                <a:latin typeface="Georgia" panose="02040502050405020303" pitchFamily="18" charset="0"/>
              </a:rPr>
              <a:t>Static HTML</a:t>
            </a:r>
          </a:p>
          <a:p>
            <a:pPr>
              <a:lnSpc>
                <a:spcPct val="150000"/>
              </a:lnSpc>
            </a:pPr>
            <a:endParaRPr lang="en-US" altLang="ko-KR" dirty="0">
              <a:latin typeface="Georgia" panose="02040502050405020303" pitchFamily="18" charset="0"/>
            </a:endParaRPr>
          </a:p>
        </p:txBody>
      </p:sp>
      <p:sp>
        <p:nvSpPr>
          <p:cNvPr id="8" name="내용 개체 틀 2">
            <a:extLst>
              <a:ext uri="{FF2B5EF4-FFF2-40B4-BE49-F238E27FC236}">
                <a16:creationId xmlns:a16="http://schemas.microsoft.com/office/drawing/2014/main" id="{A47D8C5B-1068-4A6C-8CDA-3C936F4CBC83}"/>
              </a:ext>
            </a:extLst>
          </p:cNvPr>
          <p:cNvSpPr txBox="1">
            <a:spLocks/>
          </p:cNvSpPr>
          <p:nvPr/>
        </p:nvSpPr>
        <p:spPr>
          <a:xfrm>
            <a:off x="6838030" y="1945443"/>
            <a:ext cx="5322964" cy="435133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r>
              <a:rPr lang="en-US" altLang="ko-KR" dirty="0">
                <a:latin typeface="Georgia" panose="02040502050405020303" pitchFamily="18" charset="0"/>
              </a:rPr>
              <a:t>Dynamic </a:t>
            </a:r>
            <a:r>
              <a:rPr lang="en-US" altLang="ko-KR" dirty="0" err="1">
                <a:latin typeface="Georgia" panose="02040502050405020303" pitchFamily="18" charset="0"/>
              </a:rPr>
              <a:t>Lendering</a:t>
            </a:r>
            <a:r>
              <a:rPr lang="en-US" altLang="ko-KR" dirty="0">
                <a:latin typeface="Georgia" panose="02040502050405020303" pitchFamily="18" charset="0"/>
              </a:rPr>
              <a:t> (</a:t>
            </a:r>
            <a:r>
              <a:rPr lang="en-US" altLang="ko-KR" dirty="0" err="1">
                <a:latin typeface="Georgia" panose="02040502050405020303" pitchFamily="18" charset="0"/>
              </a:rPr>
              <a:t>articles.json</a:t>
            </a:r>
            <a:r>
              <a:rPr lang="en-US" altLang="ko-KR" dirty="0">
                <a:latin typeface="Georgia" panose="02040502050405020303" pitchFamily="18" charset="0"/>
              </a:rPr>
              <a:t>)</a:t>
            </a:r>
          </a:p>
          <a:p>
            <a:pPr>
              <a:lnSpc>
                <a:spcPct val="150000"/>
              </a:lnSpc>
            </a:pPr>
            <a:r>
              <a:rPr lang="en-US" altLang="ko-KR" dirty="0">
                <a:latin typeface="Georgia" panose="02040502050405020303" pitchFamily="18" charset="0"/>
              </a:rPr>
              <a:t>Search / Filter</a:t>
            </a:r>
          </a:p>
          <a:p>
            <a:pPr>
              <a:lnSpc>
                <a:spcPct val="150000"/>
              </a:lnSpc>
            </a:pPr>
            <a:r>
              <a:rPr lang="en-US" altLang="ko-KR" dirty="0" err="1">
                <a:latin typeface="Georgia" panose="02040502050405020303" pitchFamily="18" charset="0"/>
              </a:rPr>
              <a:t>TradingView</a:t>
            </a:r>
            <a:r>
              <a:rPr lang="en-US" altLang="ko-KR" dirty="0">
                <a:latin typeface="Georgia" panose="02040502050405020303" pitchFamily="18" charset="0"/>
              </a:rPr>
              <a:t> Chart</a:t>
            </a:r>
          </a:p>
          <a:p>
            <a:pPr>
              <a:lnSpc>
                <a:spcPct val="150000"/>
              </a:lnSpc>
            </a:pPr>
            <a:r>
              <a:rPr lang="en-US" altLang="ko-KR" dirty="0">
                <a:latin typeface="Georgia" panose="02040502050405020303" pitchFamily="18" charset="0"/>
              </a:rPr>
              <a:t>Chart.js </a:t>
            </a:r>
          </a:p>
        </p:txBody>
      </p:sp>
      <p:sp>
        <p:nvSpPr>
          <p:cNvPr id="9" name="내용 개체 틀 2">
            <a:extLst>
              <a:ext uri="{FF2B5EF4-FFF2-40B4-BE49-F238E27FC236}">
                <a16:creationId xmlns:a16="http://schemas.microsoft.com/office/drawing/2014/main" id="{09DE7E43-4B0A-4108-AB63-CBE0B7879ACD}"/>
              </a:ext>
            </a:extLst>
          </p:cNvPr>
          <p:cNvSpPr txBox="1">
            <a:spLocks/>
          </p:cNvSpPr>
          <p:nvPr/>
        </p:nvSpPr>
        <p:spPr>
          <a:xfrm>
            <a:off x="5608582" y="3267651"/>
            <a:ext cx="974835" cy="85346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50000"/>
              </a:lnSpc>
              <a:buNone/>
            </a:pPr>
            <a:r>
              <a:rPr lang="en-US" altLang="ko-KR" dirty="0">
                <a:latin typeface="Georgia" panose="02040502050405020303" pitchFamily="18" charset="0"/>
              </a:rPr>
              <a:t>-&gt;</a:t>
            </a:r>
          </a:p>
        </p:txBody>
      </p:sp>
    </p:spTree>
    <p:extLst>
      <p:ext uri="{BB962C8B-B14F-4D97-AF65-F5344CB8AC3E}">
        <p14:creationId xmlns:p14="http://schemas.microsoft.com/office/powerpoint/2010/main" val="82304165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5A31EA6-4D93-493B-AC18-7ECEC43B36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latin typeface="Georgia" panose="02040502050405020303" pitchFamily="18" charset="0"/>
              </a:rPr>
              <a:t>Code Snippet 0 : </a:t>
            </a:r>
            <a:r>
              <a:rPr lang="en-US" altLang="ko-KR" dirty="0" err="1">
                <a:latin typeface="Georgia" panose="02040502050405020303" pitchFamily="18" charset="0"/>
              </a:rPr>
              <a:t>article.json</a:t>
            </a:r>
            <a:endParaRPr lang="ko-KR" altLang="en-US" dirty="0">
              <a:latin typeface="Georgia" panose="02040502050405020303" pitchFamily="18" charset="0"/>
            </a:endParaRP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A5A1D72D-D535-466E-BE1A-2CBAB1F2950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3022" y="2980177"/>
            <a:ext cx="5562978" cy="2795812"/>
          </a:xfrm>
          <a:prstGeom prst="rect">
            <a:avLst/>
          </a:prstGeom>
        </p:spPr>
      </p:pic>
      <p:pic>
        <p:nvPicPr>
          <p:cNvPr id="4" name="그림 3">
            <a:extLst>
              <a:ext uri="{FF2B5EF4-FFF2-40B4-BE49-F238E27FC236}">
                <a16:creationId xmlns:a16="http://schemas.microsoft.com/office/drawing/2014/main" id="{7D3F01F9-2513-4711-A941-D9668336780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72021" y="2421583"/>
            <a:ext cx="4955805" cy="39130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0579235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5A31EA6-4D93-493B-AC18-7ECEC43B36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latin typeface="Georgia" panose="02040502050405020303" pitchFamily="18" charset="0"/>
              </a:rPr>
              <a:t>Code Snippet 1 : Dynamic Rendering</a:t>
            </a:r>
            <a:endParaRPr lang="ko-KR" altLang="en-US" dirty="0">
              <a:latin typeface="Georgia" panose="02040502050405020303" pitchFamily="18" charset="0"/>
            </a:endParaRP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B2D4AF09-CCEF-42D9-A6CC-81941ED05EF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16643" y="1629428"/>
            <a:ext cx="9158714" cy="51160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346742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5A31EA6-4D93-493B-AC18-7ECEC43B36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latin typeface="Georgia" panose="02040502050405020303" pitchFamily="18" charset="0"/>
              </a:rPr>
              <a:t>Code Snippet 2 : Search Filter Logic</a:t>
            </a:r>
            <a:endParaRPr lang="ko-KR" altLang="en-US" dirty="0">
              <a:latin typeface="Georgia" panose="02040502050405020303" pitchFamily="18" charset="0"/>
            </a:endParaRP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D5143F9B-CB80-4657-97E7-0C5F0D0A489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7430" y="1720960"/>
            <a:ext cx="10577140" cy="48831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422193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5A31EA6-4D93-493B-AC18-7ECEC43B36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latin typeface="Georgia" panose="02040502050405020303" pitchFamily="18" charset="0"/>
              </a:rPr>
              <a:t>Code Snippet 3 : Dynamic Chart Insertion</a:t>
            </a:r>
            <a:endParaRPr lang="ko-KR" altLang="en-US" dirty="0">
              <a:latin typeface="Georgia" panose="02040502050405020303" pitchFamily="18" charset="0"/>
            </a:endParaRPr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F68BAD0B-5868-42BD-8B1D-CB91622751A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95180" y="1690688"/>
            <a:ext cx="6201640" cy="49255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180727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5A31EA6-4D93-493B-AC18-7ECEC43B36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latin typeface="Georgia" panose="02040502050405020303" pitchFamily="18" charset="0"/>
              </a:rPr>
              <a:t>Issues Encountered</a:t>
            </a:r>
            <a:endParaRPr lang="ko-KR" altLang="en-US" dirty="0">
              <a:latin typeface="Georgia" panose="02040502050405020303" pitchFamily="18" charset="0"/>
            </a:endParaRP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696521E-66E1-4EF2-8C2C-2065DC0D45E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pPr>
              <a:lnSpc>
                <a:spcPct val="150000"/>
              </a:lnSpc>
            </a:pPr>
            <a:r>
              <a:rPr lang="en-US" altLang="ko-KR" dirty="0">
                <a:latin typeface="Georgia" panose="02040502050405020303" pitchFamily="18" charset="0"/>
              </a:rPr>
              <a:t>Local fetch blocked by CORS policy</a:t>
            </a:r>
          </a:p>
          <a:p>
            <a:pPr>
              <a:lnSpc>
                <a:spcPct val="150000"/>
              </a:lnSpc>
            </a:pPr>
            <a:endParaRPr lang="en-US" altLang="ko-KR" dirty="0">
              <a:latin typeface="Georgia" panose="02040502050405020303" pitchFamily="18" charset="0"/>
            </a:endParaRPr>
          </a:p>
          <a:p>
            <a:pPr>
              <a:lnSpc>
                <a:spcPct val="150000"/>
              </a:lnSpc>
            </a:pPr>
            <a:endParaRPr lang="en-US" altLang="ko-KR" dirty="0">
              <a:latin typeface="Georgia" panose="02040502050405020303" pitchFamily="18" charset="0"/>
            </a:endParaRPr>
          </a:p>
          <a:p>
            <a:pPr>
              <a:lnSpc>
                <a:spcPct val="150000"/>
              </a:lnSpc>
            </a:pPr>
            <a:endParaRPr lang="en-US" altLang="ko-KR" dirty="0">
              <a:latin typeface="Georgia" panose="02040502050405020303" pitchFamily="18" charset="0"/>
            </a:endParaRPr>
          </a:p>
          <a:p>
            <a:pPr>
              <a:lnSpc>
                <a:spcPct val="150000"/>
              </a:lnSpc>
            </a:pPr>
            <a:r>
              <a:rPr lang="en-US" altLang="ko-KR" dirty="0">
                <a:latin typeface="Georgia" panose="02040502050405020303" pitchFamily="18" charset="0"/>
              </a:rPr>
              <a:t>Installed the Live Server extension in VS Code</a:t>
            </a:r>
          </a:p>
          <a:p>
            <a:pPr>
              <a:lnSpc>
                <a:spcPct val="150000"/>
              </a:lnSpc>
            </a:pPr>
            <a:r>
              <a:rPr lang="en-US" altLang="ko-KR" dirty="0">
                <a:latin typeface="Georgia" panose="02040502050405020303" pitchFamily="18" charset="0"/>
              </a:rPr>
              <a:t>Hosted the project on a local HTTP server (http://127.0.0.1:5500)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03F22F16-DF47-4DC4-ABFF-918267752F8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b="41789"/>
          <a:stretch/>
        </p:blipFill>
        <p:spPr>
          <a:xfrm>
            <a:off x="838200" y="2679301"/>
            <a:ext cx="8305274" cy="19999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3709497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5A31EA6-4D93-493B-AC18-7ECEC43B36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latin typeface="Georgia" panose="02040502050405020303" pitchFamily="18" charset="0"/>
              </a:rPr>
              <a:t>Next Steps</a:t>
            </a:r>
            <a:endParaRPr lang="ko-KR" altLang="en-US" dirty="0">
              <a:latin typeface="Georgia" panose="02040502050405020303" pitchFamily="18" charset="0"/>
            </a:endParaRP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696521E-66E1-4EF2-8C2C-2065DC0D45E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pPr>
              <a:lnSpc>
                <a:spcPct val="150000"/>
              </a:lnSpc>
            </a:pPr>
            <a:r>
              <a:rPr lang="en-US" altLang="ko-KR" dirty="0">
                <a:latin typeface="Georgia" panose="02040502050405020303" pitchFamily="18" charset="0"/>
              </a:rPr>
              <a:t>Backend Development </a:t>
            </a:r>
            <a:br>
              <a:rPr lang="en-US" altLang="ko-KR" dirty="0">
                <a:latin typeface="Georgia" panose="02040502050405020303" pitchFamily="18" charset="0"/>
              </a:rPr>
            </a:br>
            <a:r>
              <a:rPr lang="en-US" altLang="ko-KR" dirty="0">
                <a:latin typeface="Georgia" panose="02040502050405020303" pitchFamily="18" charset="0"/>
              </a:rPr>
              <a:t>- Replace json with a database</a:t>
            </a:r>
          </a:p>
          <a:p>
            <a:pPr>
              <a:lnSpc>
                <a:spcPct val="150000"/>
              </a:lnSpc>
            </a:pPr>
            <a:r>
              <a:rPr lang="en-US" altLang="ko-KR" dirty="0">
                <a:latin typeface="Georgia" panose="02040502050405020303" pitchFamily="18" charset="0"/>
              </a:rPr>
              <a:t>Real-Time News API </a:t>
            </a:r>
            <a:br>
              <a:rPr lang="en-US" altLang="ko-KR" dirty="0">
                <a:latin typeface="Georgia" panose="02040502050405020303" pitchFamily="18" charset="0"/>
              </a:rPr>
            </a:br>
            <a:r>
              <a:rPr lang="en-US" altLang="ko-KR" dirty="0">
                <a:latin typeface="Georgia" panose="02040502050405020303" pitchFamily="18" charset="0"/>
              </a:rPr>
              <a:t>- Auto-fetch the latest financial headlines instead of manual updates</a:t>
            </a:r>
          </a:p>
          <a:p>
            <a:pPr>
              <a:lnSpc>
                <a:spcPct val="150000"/>
              </a:lnSpc>
            </a:pPr>
            <a:r>
              <a:rPr lang="en-US" altLang="ko-KR" dirty="0">
                <a:latin typeface="Georgia" panose="02040502050405020303" pitchFamily="18" charset="0"/>
              </a:rPr>
              <a:t>User Features </a:t>
            </a:r>
            <a:br>
              <a:rPr lang="en-US" altLang="ko-KR" dirty="0">
                <a:latin typeface="Georgia" panose="02040502050405020303" pitchFamily="18" charset="0"/>
              </a:rPr>
            </a:br>
            <a:r>
              <a:rPr lang="en-US" altLang="ko-KR" dirty="0">
                <a:latin typeface="Georgia" panose="02040502050405020303" pitchFamily="18" charset="0"/>
              </a:rPr>
              <a:t>- Login / Bookmark / History</a:t>
            </a:r>
          </a:p>
        </p:txBody>
      </p:sp>
    </p:spTree>
    <p:extLst>
      <p:ext uri="{BB962C8B-B14F-4D97-AF65-F5344CB8AC3E}">
        <p14:creationId xmlns:p14="http://schemas.microsoft.com/office/powerpoint/2010/main" val="392133312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75000"/>
            <a:lumOff val="2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8B3837D-0B5F-4C3B-ABE4-A46960AFB9A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235200"/>
            <a:ext cx="9144000" cy="2387600"/>
          </a:xfrm>
        </p:spPr>
        <p:txBody>
          <a:bodyPr anchor="ctr">
            <a:normAutofit/>
          </a:bodyPr>
          <a:lstStyle/>
          <a:p>
            <a:r>
              <a:rPr lang="en-US" altLang="ko-KR" sz="6600" dirty="0">
                <a:solidFill>
                  <a:schemeClr val="bg1"/>
                </a:solidFill>
                <a:latin typeface="Georgia" panose="02040502050405020303" pitchFamily="18" charset="0"/>
              </a:rPr>
              <a:t>Thank You</a:t>
            </a:r>
            <a:endParaRPr lang="ko-KR" altLang="en-US" sz="6600" dirty="0">
              <a:solidFill>
                <a:schemeClr val="bg1"/>
              </a:solidFill>
              <a:latin typeface="Georgia" panose="02040502050405020303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886064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694</TotalTime>
  <Words>130</Words>
  <Application>Microsoft Office PowerPoint</Application>
  <PresentationFormat>와이드스크린</PresentationFormat>
  <Paragraphs>28</Paragraphs>
  <Slides>9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9</vt:i4>
      </vt:variant>
    </vt:vector>
  </HeadingPairs>
  <TitlesOfParts>
    <vt:vector size="14" baseType="lpstr">
      <vt:lpstr>맑은 고딕</vt:lpstr>
      <vt:lpstr>Arial</vt:lpstr>
      <vt:lpstr>Georgia</vt:lpstr>
      <vt:lpstr>Times New Roman</vt:lpstr>
      <vt:lpstr>Office 테마</vt:lpstr>
      <vt:lpstr>Finance Daily</vt:lpstr>
      <vt:lpstr>What I Built</vt:lpstr>
      <vt:lpstr>Code Snippet 0 : article.json</vt:lpstr>
      <vt:lpstr>Code Snippet 1 : Dynamic Rendering</vt:lpstr>
      <vt:lpstr>Code Snippet 2 : Search Filter Logic</vt:lpstr>
      <vt:lpstr>Code Snippet 3 : Dynamic Chart Insertion</vt:lpstr>
      <vt:lpstr>Issues Encountered</vt:lpstr>
      <vt:lpstr>Next Steps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Finance Daily</dc:title>
  <dc:creator>Y J</dc:creator>
  <cp:lastModifiedBy>Y J</cp:lastModifiedBy>
  <cp:revision>21</cp:revision>
  <dcterms:created xsi:type="dcterms:W3CDTF">2026-03-11T19:16:04Z</dcterms:created>
  <dcterms:modified xsi:type="dcterms:W3CDTF">2026-04-30T18:38:25Z</dcterms:modified>
</cp:coreProperties>
</file>